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8F496-7C00-4B57-8A58-EEB99F7BBD1B}" v="108" dt="2026-04-26T09:32:19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ta, Sorin" userId="5099063a-e4ae-4850-b96c-d27561ed26f9" providerId="ADAL" clId="{F88DE94F-A5ED-45BA-A08B-8B76A2ABFEB4}"/>
    <pc:docChg chg="undo custSel addSld delSld modSld sldOrd">
      <pc:chgData name="Duta, Sorin" userId="5099063a-e4ae-4850-b96c-d27561ed26f9" providerId="ADAL" clId="{F88DE94F-A5ED-45BA-A08B-8B76A2ABFEB4}" dt="2026-04-26T09:35:47.912" v="839" actId="20577"/>
      <pc:docMkLst>
        <pc:docMk/>
      </pc:docMkLst>
      <pc:sldChg chg="modSp mod">
        <pc:chgData name="Duta, Sorin" userId="5099063a-e4ae-4850-b96c-d27561ed26f9" providerId="ADAL" clId="{F88DE94F-A5ED-45BA-A08B-8B76A2ABFEB4}" dt="2026-04-26T09:35:47.912" v="839" actId="20577"/>
        <pc:sldMkLst>
          <pc:docMk/>
          <pc:sldMk cId="2927514785" sldId="257"/>
        </pc:sldMkLst>
        <pc:spChg chg="mod">
          <ac:chgData name="Duta, Sorin" userId="5099063a-e4ae-4850-b96c-d27561ed26f9" providerId="ADAL" clId="{F88DE94F-A5ED-45BA-A08B-8B76A2ABFEB4}" dt="2026-04-26T09:35:47.912" v="839" actId="20577"/>
          <ac:spMkLst>
            <pc:docMk/>
            <pc:sldMk cId="2927514785" sldId="257"/>
            <ac:spMk id="3" creationId="{2CCB4840-4907-716E-D096-660890F73774}"/>
          </ac:spMkLst>
        </pc:spChg>
      </pc:sldChg>
      <pc:sldChg chg="modSp mod">
        <pc:chgData name="Duta, Sorin" userId="5099063a-e4ae-4850-b96c-d27561ed26f9" providerId="ADAL" clId="{F88DE94F-A5ED-45BA-A08B-8B76A2ABFEB4}" dt="2026-04-26T09:06:24.735" v="92"/>
        <pc:sldMkLst>
          <pc:docMk/>
          <pc:sldMk cId="3058933098" sldId="258"/>
        </pc:sldMkLst>
        <pc:spChg chg="mod">
          <ac:chgData name="Duta, Sorin" userId="5099063a-e4ae-4850-b96c-d27561ed26f9" providerId="ADAL" clId="{F88DE94F-A5ED-45BA-A08B-8B76A2ABFEB4}" dt="2026-04-26T09:06:24.735" v="92"/>
          <ac:spMkLst>
            <pc:docMk/>
            <pc:sldMk cId="3058933098" sldId="258"/>
            <ac:spMk id="2" creationId="{CB5C487E-4CA2-6267-DAC0-026FF9758929}"/>
          </ac:spMkLst>
        </pc:spChg>
      </pc:sldChg>
      <pc:sldChg chg="modSp mod">
        <pc:chgData name="Duta, Sorin" userId="5099063a-e4ae-4850-b96c-d27561ed26f9" providerId="ADAL" clId="{F88DE94F-A5ED-45BA-A08B-8B76A2ABFEB4}" dt="2026-04-26T09:03:32.258" v="37" actId="20577"/>
        <pc:sldMkLst>
          <pc:docMk/>
          <pc:sldMk cId="2418163583" sldId="260"/>
        </pc:sldMkLst>
        <pc:spChg chg="mod">
          <ac:chgData name="Duta, Sorin" userId="5099063a-e4ae-4850-b96c-d27561ed26f9" providerId="ADAL" clId="{F88DE94F-A5ED-45BA-A08B-8B76A2ABFEB4}" dt="2026-04-26T09:03:32.258" v="37" actId="20577"/>
          <ac:spMkLst>
            <pc:docMk/>
            <pc:sldMk cId="2418163583" sldId="260"/>
            <ac:spMk id="3" creationId="{761EE5A4-05F8-F697-9F0B-8887D55C1248}"/>
          </ac:spMkLst>
        </pc:spChg>
      </pc:sldChg>
      <pc:sldChg chg="addSp delSp modSp add mod modTransition">
        <pc:chgData name="Duta, Sorin" userId="5099063a-e4ae-4850-b96c-d27561ed26f9" providerId="ADAL" clId="{F88DE94F-A5ED-45BA-A08B-8B76A2ABFEB4}" dt="2026-04-26T09:08:11.181" v="150" actId="1076"/>
        <pc:sldMkLst>
          <pc:docMk/>
          <pc:sldMk cId="2674873918" sldId="261"/>
        </pc:sldMkLst>
        <pc:spChg chg="mod">
          <ac:chgData name="Duta, Sorin" userId="5099063a-e4ae-4850-b96c-d27561ed26f9" providerId="ADAL" clId="{F88DE94F-A5ED-45BA-A08B-8B76A2ABFEB4}" dt="2026-04-26T09:02:46.845" v="23"/>
          <ac:spMkLst>
            <pc:docMk/>
            <pc:sldMk cId="2674873918" sldId="261"/>
            <ac:spMk id="2" creationId="{BE2D572D-A6F8-6DFA-4AB6-F8084ECA33B8}"/>
          </ac:spMkLst>
        </pc:spChg>
        <pc:spChg chg="mod">
          <ac:chgData name="Duta, Sorin" userId="5099063a-e4ae-4850-b96c-d27561ed26f9" providerId="ADAL" clId="{F88DE94F-A5ED-45BA-A08B-8B76A2ABFEB4}" dt="2026-04-26T09:05:38.376" v="82" actId="14100"/>
          <ac:spMkLst>
            <pc:docMk/>
            <pc:sldMk cId="2674873918" sldId="261"/>
            <ac:spMk id="3" creationId="{2A462221-996B-E4E5-B021-74377943A9EB}"/>
          </ac:spMkLst>
        </pc:spChg>
        <pc:spChg chg="add">
          <ac:chgData name="Duta, Sorin" userId="5099063a-e4ae-4850-b96c-d27561ed26f9" providerId="ADAL" clId="{F88DE94F-A5ED-45BA-A08B-8B76A2ABFEB4}" dt="2026-04-26T09:03:02.076" v="25"/>
          <ac:spMkLst>
            <pc:docMk/>
            <pc:sldMk cId="2674873918" sldId="261"/>
            <ac:spMk id="4" creationId="{F64D3942-3D9D-427C-D987-BE75312B6813}"/>
          </ac:spMkLst>
        </pc:spChg>
        <pc:spChg chg="add">
          <ac:chgData name="Duta, Sorin" userId="5099063a-e4ae-4850-b96c-d27561ed26f9" providerId="ADAL" clId="{F88DE94F-A5ED-45BA-A08B-8B76A2ABFEB4}" dt="2026-04-26T09:03:04.557" v="26"/>
          <ac:spMkLst>
            <pc:docMk/>
            <pc:sldMk cId="2674873918" sldId="261"/>
            <ac:spMk id="5" creationId="{A055BD11-337B-0809-26FB-F97BC8CD48CC}"/>
          </ac:spMkLst>
        </pc:spChg>
        <pc:spChg chg="add">
          <ac:chgData name="Duta, Sorin" userId="5099063a-e4ae-4850-b96c-d27561ed26f9" providerId="ADAL" clId="{F88DE94F-A5ED-45BA-A08B-8B76A2ABFEB4}" dt="2026-04-26T09:03:11.365" v="27"/>
          <ac:spMkLst>
            <pc:docMk/>
            <pc:sldMk cId="2674873918" sldId="261"/>
            <ac:spMk id="6" creationId="{9A31D4D7-0986-1E3E-B81B-E8AAC10DE5FA}"/>
          </ac:spMkLst>
        </pc:spChg>
        <pc:spChg chg="add del mod">
          <ac:chgData name="Duta, Sorin" userId="5099063a-e4ae-4850-b96c-d27561ed26f9" providerId="ADAL" clId="{F88DE94F-A5ED-45BA-A08B-8B76A2ABFEB4}" dt="2026-04-26T09:07:11.594" v="98"/>
          <ac:spMkLst>
            <pc:docMk/>
            <pc:sldMk cId="2674873918" sldId="261"/>
            <ac:spMk id="10" creationId="{E6EC8BE5-3E9A-E553-090C-929B367891D0}"/>
          </ac:spMkLst>
        </pc:spChg>
        <pc:spChg chg="add mod">
          <ac:chgData name="Duta, Sorin" userId="5099063a-e4ae-4850-b96c-d27561ed26f9" providerId="ADAL" clId="{F88DE94F-A5ED-45BA-A08B-8B76A2ABFEB4}" dt="2026-04-26T09:08:11.181" v="150" actId="1076"/>
          <ac:spMkLst>
            <pc:docMk/>
            <pc:sldMk cId="2674873918" sldId="261"/>
            <ac:spMk id="11" creationId="{8D0B6BF1-F8DB-C94C-F9BD-AB43A20C2594}"/>
          </ac:spMkLst>
        </pc:spChg>
        <pc:picChg chg="del">
          <ac:chgData name="Duta, Sorin" userId="5099063a-e4ae-4850-b96c-d27561ed26f9" providerId="ADAL" clId="{F88DE94F-A5ED-45BA-A08B-8B76A2ABFEB4}" dt="2026-04-26T09:05:04.767" v="75" actId="478"/>
          <ac:picMkLst>
            <pc:docMk/>
            <pc:sldMk cId="2674873918" sldId="261"/>
            <ac:picMk id="7" creationId="{C4EA8DE1-3A04-6083-F48A-0248DD948115}"/>
          </ac:picMkLst>
        </pc:picChg>
        <pc:picChg chg="add mod">
          <ac:chgData name="Duta, Sorin" userId="5099063a-e4ae-4850-b96c-d27561ed26f9" providerId="ADAL" clId="{F88DE94F-A5ED-45BA-A08B-8B76A2ABFEB4}" dt="2026-04-26T09:06:40.729" v="93" actId="1076"/>
          <ac:picMkLst>
            <pc:docMk/>
            <pc:sldMk cId="2674873918" sldId="261"/>
            <ac:picMk id="9" creationId="{316275A0-3046-68D1-A191-CE9697A408FE}"/>
          </ac:picMkLst>
        </pc:picChg>
      </pc:sldChg>
      <pc:sldChg chg="addSp delSp modSp add mod">
        <pc:chgData name="Duta, Sorin" userId="5099063a-e4ae-4850-b96c-d27561ed26f9" providerId="ADAL" clId="{F88DE94F-A5ED-45BA-A08B-8B76A2ABFEB4}" dt="2026-04-26T09:17:59.947" v="340" actId="27636"/>
        <pc:sldMkLst>
          <pc:docMk/>
          <pc:sldMk cId="215433846" sldId="262"/>
        </pc:sldMkLst>
        <pc:spChg chg="mod">
          <ac:chgData name="Duta, Sorin" userId="5099063a-e4ae-4850-b96c-d27561ed26f9" providerId="ADAL" clId="{F88DE94F-A5ED-45BA-A08B-8B76A2ABFEB4}" dt="2026-04-26T09:13:56.405" v="267" actId="1076"/>
          <ac:spMkLst>
            <pc:docMk/>
            <pc:sldMk cId="215433846" sldId="262"/>
            <ac:spMk id="2" creationId="{A83ADD8A-B2BC-05D1-8487-5C056987E6F1}"/>
          </ac:spMkLst>
        </pc:spChg>
        <pc:spChg chg="mod">
          <ac:chgData name="Duta, Sorin" userId="5099063a-e4ae-4850-b96c-d27561ed26f9" providerId="ADAL" clId="{F88DE94F-A5ED-45BA-A08B-8B76A2ABFEB4}" dt="2026-04-26T09:17:59.947" v="340" actId="27636"/>
          <ac:spMkLst>
            <pc:docMk/>
            <pc:sldMk cId="215433846" sldId="262"/>
            <ac:spMk id="3" creationId="{54119753-6170-126C-5DBC-465BC25548B7}"/>
          </ac:spMkLst>
        </pc:spChg>
        <pc:spChg chg="add mod">
          <ac:chgData name="Duta, Sorin" userId="5099063a-e4ae-4850-b96c-d27561ed26f9" providerId="ADAL" clId="{F88DE94F-A5ED-45BA-A08B-8B76A2ABFEB4}" dt="2026-04-26T09:16:59.420" v="315" actId="20577"/>
          <ac:spMkLst>
            <pc:docMk/>
            <pc:sldMk cId="215433846" sldId="262"/>
            <ac:spMk id="6" creationId="{2B8D700C-F6E8-E8A4-B52F-73D5220E084E}"/>
          </ac:spMkLst>
        </pc:spChg>
        <pc:spChg chg="mod">
          <ac:chgData name="Duta, Sorin" userId="5099063a-e4ae-4850-b96c-d27561ed26f9" providerId="ADAL" clId="{F88DE94F-A5ED-45BA-A08B-8B76A2ABFEB4}" dt="2026-04-26T09:15:21.237" v="294" actId="20577"/>
          <ac:spMkLst>
            <pc:docMk/>
            <pc:sldMk cId="215433846" sldId="262"/>
            <ac:spMk id="11" creationId="{A804BEEC-49A6-87F0-A5B8-E348EB72B0EB}"/>
          </ac:spMkLst>
        </pc:spChg>
        <pc:picChg chg="add mod">
          <ac:chgData name="Duta, Sorin" userId="5099063a-e4ae-4850-b96c-d27561ed26f9" providerId="ADAL" clId="{F88DE94F-A5ED-45BA-A08B-8B76A2ABFEB4}" dt="2026-04-26T09:15:12.029" v="274" actId="1076"/>
          <ac:picMkLst>
            <pc:docMk/>
            <pc:sldMk cId="215433846" sldId="262"/>
            <ac:picMk id="4" creationId="{C9183FEC-6BC4-3D13-0C38-CA24C1EF0041}"/>
          </ac:picMkLst>
        </pc:picChg>
        <pc:picChg chg="add mod">
          <ac:chgData name="Duta, Sorin" userId="5099063a-e4ae-4850-b96c-d27561ed26f9" providerId="ADAL" clId="{F88DE94F-A5ED-45BA-A08B-8B76A2ABFEB4}" dt="2026-04-26T09:17:07.222" v="316" actId="1076"/>
          <ac:picMkLst>
            <pc:docMk/>
            <pc:sldMk cId="215433846" sldId="262"/>
            <ac:picMk id="5" creationId="{78113985-3D0F-AF0C-49FC-5C9F54A19E5F}"/>
          </ac:picMkLst>
        </pc:picChg>
        <pc:picChg chg="del">
          <ac:chgData name="Duta, Sorin" userId="5099063a-e4ae-4850-b96c-d27561ed26f9" providerId="ADAL" clId="{F88DE94F-A5ED-45BA-A08B-8B76A2ABFEB4}" dt="2026-04-26T09:15:10.925" v="273" actId="478"/>
          <ac:picMkLst>
            <pc:docMk/>
            <pc:sldMk cId="215433846" sldId="262"/>
            <ac:picMk id="9" creationId="{CC4D8F1D-43C3-B9F7-12F3-40FDB9485273}"/>
          </ac:picMkLst>
        </pc:picChg>
      </pc:sldChg>
      <pc:sldChg chg="add del">
        <pc:chgData name="Duta, Sorin" userId="5099063a-e4ae-4850-b96c-d27561ed26f9" providerId="ADAL" clId="{F88DE94F-A5ED-45BA-A08B-8B76A2ABFEB4}" dt="2026-04-26T09:08:27.036" v="153" actId="47"/>
        <pc:sldMkLst>
          <pc:docMk/>
          <pc:sldMk cId="1747479299" sldId="263"/>
        </pc:sldMkLst>
      </pc:sldChg>
      <pc:sldChg chg="modSp add mod ord">
        <pc:chgData name="Duta, Sorin" userId="5099063a-e4ae-4850-b96c-d27561ed26f9" providerId="ADAL" clId="{F88DE94F-A5ED-45BA-A08B-8B76A2ABFEB4}" dt="2026-04-26T09:13:33.989" v="262"/>
        <pc:sldMkLst>
          <pc:docMk/>
          <pc:sldMk cId="4089535049" sldId="263"/>
        </pc:sldMkLst>
        <pc:spChg chg="mod">
          <ac:chgData name="Duta, Sorin" userId="5099063a-e4ae-4850-b96c-d27561ed26f9" providerId="ADAL" clId="{F88DE94F-A5ED-45BA-A08B-8B76A2ABFEB4}" dt="2026-04-26T09:08:34.518" v="168" actId="20577"/>
          <ac:spMkLst>
            <pc:docMk/>
            <pc:sldMk cId="4089535049" sldId="263"/>
            <ac:spMk id="2" creationId="{C34CF02E-C044-A0E2-5250-11661F23D2B3}"/>
          </ac:spMkLst>
        </pc:spChg>
        <pc:spChg chg="mod">
          <ac:chgData name="Duta, Sorin" userId="5099063a-e4ae-4850-b96c-d27561ed26f9" providerId="ADAL" clId="{F88DE94F-A5ED-45BA-A08B-8B76A2ABFEB4}" dt="2026-04-26T09:13:33.989" v="262"/>
          <ac:spMkLst>
            <pc:docMk/>
            <pc:sldMk cId="4089535049" sldId="263"/>
            <ac:spMk id="3" creationId="{5C05189C-F34D-A812-0069-CD46227036AC}"/>
          </ac:spMkLst>
        </pc:spChg>
      </pc:sldChg>
      <pc:sldChg chg="addSp delSp modSp add mod ord">
        <pc:chgData name="Duta, Sorin" userId="5099063a-e4ae-4850-b96c-d27561ed26f9" providerId="ADAL" clId="{F88DE94F-A5ED-45BA-A08B-8B76A2ABFEB4}" dt="2026-04-26T09:20:26.415" v="430" actId="20577"/>
        <pc:sldMkLst>
          <pc:docMk/>
          <pc:sldMk cId="1179382737" sldId="264"/>
        </pc:sldMkLst>
        <pc:spChg chg="mod">
          <ac:chgData name="Duta, Sorin" userId="5099063a-e4ae-4850-b96c-d27561ed26f9" providerId="ADAL" clId="{F88DE94F-A5ED-45BA-A08B-8B76A2ABFEB4}" dt="2026-04-26T09:18:23.133" v="345"/>
          <ac:spMkLst>
            <pc:docMk/>
            <pc:sldMk cId="1179382737" sldId="264"/>
            <ac:spMk id="2" creationId="{E93C3505-1293-55CF-0D6E-F739C70B47C6}"/>
          </ac:spMkLst>
        </pc:spChg>
        <pc:spChg chg="mod">
          <ac:chgData name="Duta, Sorin" userId="5099063a-e4ae-4850-b96c-d27561ed26f9" providerId="ADAL" clId="{F88DE94F-A5ED-45BA-A08B-8B76A2ABFEB4}" dt="2026-04-26T09:20:02.170" v="397" actId="20577"/>
          <ac:spMkLst>
            <pc:docMk/>
            <pc:sldMk cId="1179382737" sldId="264"/>
            <ac:spMk id="3" creationId="{B2B1BE49-6D26-EA3C-B5A4-C2FEBE85D6EA}"/>
          </ac:spMkLst>
        </pc:spChg>
        <pc:spChg chg="mod">
          <ac:chgData name="Duta, Sorin" userId="5099063a-e4ae-4850-b96c-d27561ed26f9" providerId="ADAL" clId="{F88DE94F-A5ED-45BA-A08B-8B76A2ABFEB4}" dt="2026-04-26T09:20:26.415" v="430" actId="20577"/>
          <ac:spMkLst>
            <pc:docMk/>
            <pc:sldMk cId="1179382737" sldId="264"/>
            <ac:spMk id="11" creationId="{66C8D42A-351D-F097-4509-735062C54ACD}"/>
          </ac:spMkLst>
        </pc:spChg>
        <pc:picChg chg="add mod">
          <ac:chgData name="Duta, Sorin" userId="5099063a-e4ae-4850-b96c-d27561ed26f9" providerId="ADAL" clId="{F88DE94F-A5ED-45BA-A08B-8B76A2ABFEB4}" dt="2026-04-26T09:20:15.947" v="402" actId="1076"/>
          <ac:picMkLst>
            <pc:docMk/>
            <pc:sldMk cId="1179382737" sldId="264"/>
            <ac:picMk id="4" creationId="{9BDEC85C-DAAB-9276-B823-2EDCD0DD9104}"/>
          </ac:picMkLst>
        </pc:picChg>
        <pc:picChg chg="del">
          <ac:chgData name="Duta, Sorin" userId="5099063a-e4ae-4850-b96c-d27561ed26f9" providerId="ADAL" clId="{F88DE94F-A5ED-45BA-A08B-8B76A2ABFEB4}" dt="2026-04-26T09:20:12.099" v="398" actId="478"/>
          <ac:picMkLst>
            <pc:docMk/>
            <pc:sldMk cId="1179382737" sldId="264"/>
            <ac:picMk id="9" creationId="{4F2A39CD-3E8A-78D1-246B-AD1D0A756C9B}"/>
          </ac:picMkLst>
        </pc:picChg>
      </pc:sldChg>
      <pc:sldChg chg="modSp add mod ord">
        <pc:chgData name="Duta, Sorin" userId="5099063a-e4ae-4850-b96c-d27561ed26f9" providerId="ADAL" clId="{F88DE94F-A5ED-45BA-A08B-8B76A2ABFEB4}" dt="2026-04-26T09:23:50.831" v="449"/>
        <pc:sldMkLst>
          <pc:docMk/>
          <pc:sldMk cId="3235591970" sldId="265"/>
        </pc:sldMkLst>
        <pc:spChg chg="mod">
          <ac:chgData name="Duta, Sorin" userId="5099063a-e4ae-4850-b96c-d27561ed26f9" providerId="ADAL" clId="{F88DE94F-A5ED-45BA-A08B-8B76A2ABFEB4}" dt="2026-04-26T09:22:27.980" v="436"/>
          <ac:spMkLst>
            <pc:docMk/>
            <pc:sldMk cId="3235591970" sldId="265"/>
            <ac:spMk id="2" creationId="{24283448-ADAA-FB6F-BF94-0E5E2124C474}"/>
          </ac:spMkLst>
        </pc:spChg>
        <pc:spChg chg="mod">
          <ac:chgData name="Duta, Sorin" userId="5099063a-e4ae-4850-b96c-d27561ed26f9" providerId="ADAL" clId="{F88DE94F-A5ED-45BA-A08B-8B76A2ABFEB4}" dt="2026-04-26T09:23:50.831" v="449"/>
          <ac:spMkLst>
            <pc:docMk/>
            <pc:sldMk cId="3235591970" sldId="265"/>
            <ac:spMk id="3" creationId="{A33C1131-C04B-B3A1-6B40-EB1FB2904D64}"/>
          </ac:spMkLst>
        </pc:spChg>
      </pc:sldChg>
      <pc:sldChg chg="modSp add mod">
        <pc:chgData name="Duta, Sorin" userId="5099063a-e4ae-4850-b96c-d27561ed26f9" providerId="ADAL" clId="{F88DE94F-A5ED-45BA-A08B-8B76A2ABFEB4}" dt="2026-04-26T09:25:06.310" v="468" actId="27636"/>
        <pc:sldMkLst>
          <pc:docMk/>
          <pc:sldMk cId="3522800886" sldId="266"/>
        </pc:sldMkLst>
        <pc:spChg chg="mod">
          <ac:chgData name="Duta, Sorin" userId="5099063a-e4ae-4850-b96c-d27561ed26f9" providerId="ADAL" clId="{F88DE94F-A5ED-45BA-A08B-8B76A2ABFEB4}" dt="2026-04-26T09:24:03.656" v="452"/>
          <ac:spMkLst>
            <pc:docMk/>
            <pc:sldMk cId="3522800886" sldId="266"/>
            <ac:spMk id="2" creationId="{543CED53-9B52-142A-8EE1-0489A034F80E}"/>
          </ac:spMkLst>
        </pc:spChg>
        <pc:spChg chg="mod">
          <ac:chgData name="Duta, Sorin" userId="5099063a-e4ae-4850-b96c-d27561ed26f9" providerId="ADAL" clId="{F88DE94F-A5ED-45BA-A08B-8B76A2ABFEB4}" dt="2026-04-26T09:25:06.310" v="468" actId="27636"/>
          <ac:spMkLst>
            <pc:docMk/>
            <pc:sldMk cId="3522800886" sldId="266"/>
            <ac:spMk id="3" creationId="{FB11EF24-4FC3-DCA1-57AA-E66D154BF513}"/>
          </ac:spMkLst>
        </pc:spChg>
      </pc:sldChg>
      <pc:sldChg chg="modSp add mod">
        <pc:chgData name="Duta, Sorin" userId="5099063a-e4ae-4850-b96c-d27561ed26f9" providerId="ADAL" clId="{F88DE94F-A5ED-45BA-A08B-8B76A2ABFEB4}" dt="2026-04-26T09:28:47.205" v="491" actId="27636"/>
        <pc:sldMkLst>
          <pc:docMk/>
          <pc:sldMk cId="980098467" sldId="267"/>
        </pc:sldMkLst>
        <pc:spChg chg="mod">
          <ac:chgData name="Duta, Sorin" userId="5099063a-e4ae-4850-b96c-d27561ed26f9" providerId="ADAL" clId="{F88DE94F-A5ED-45BA-A08B-8B76A2ABFEB4}" dt="2026-04-26T09:27:37.707" v="471"/>
          <ac:spMkLst>
            <pc:docMk/>
            <pc:sldMk cId="980098467" sldId="267"/>
            <ac:spMk id="2" creationId="{A5A2B869-0FF7-6251-5B6B-AE995E5DE9AC}"/>
          </ac:spMkLst>
        </pc:spChg>
        <pc:spChg chg="mod">
          <ac:chgData name="Duta, Sorin" userId="5099063a-e4ae-4850-b96c-d27561ed26f9" providerId="ADAL" clId="{F88DE94F-A5ED-45BA-A08B-8B76A2ABFEB4}" dt="2026-04-26T09:28:47.205" v="491" actId="27636"/>
          <ac:spMkLst>
            <pc:docMk/>
            <pc:sldMk cId="980098467" sldId="267"/>
            <ac:spMk id="3" creationId="{CD4F5DC2-8ACB-72B7-EED7-BB2C6CAB9A47}"/>
          </ac:spMkLst>
        </pc:spChg>
      </pc:sldChg>
      <pc:sldChg chg="modSp add mod">
        <pc:chgData name="Duta, Sorin" userId="5099063a-e4ae-4850-b96c-d27561ed26f9" providerId="ADAL" clId="{F88DE94F-A5ED-45BA-A08B-8B76A2ABFEB4}" dt="2026-04-26T09:32:27.916" v="539" actId="1076"/>
        <pc:sldMkLst>
          <pc:docMk/>
          <pc:sldMk cId="1912419793" sldId="268"/>
        </pc:sldMkLst>
        <pc:spChg chg="mod">
          <ac:chgData name="Duta, Sorin" userId="5099063a-e4ae-4850-b96c-d27561ed26f9" providerId="ADAL" clId="{F88DE94F-A5ED-45BA-A08B-8B76A2ABFEB4}" dt="2026-04-26T09:29:28.760" v="494"/>
          <ac:spMkLst>
            <pc:docMk/>
            <pc:sldMk cId="1912419793" sldId="268"/>
            <ac:spMk id="2" creationId="{2919498E-030E-39A7-D238-2CA7B62442AB}"/>
          </ac:spMkLst>
        </pc:spChg>
        <pc:spChg chg="mod">
          <ac:chgData name="Duta, Sorin" userId="5099063a-e4ae-4850-b96c-d27561ed26f9" providerId="ADAL" clId="{F88DE94F-A5ED-45BA-A08B-8B76A2ABFEB4}" dt="2026-04-26T09:32:27.916" v="539" actId="1076"/>
          <ac:spMkLst>
            <pc:docMk/>
            <pc:sldMk cId="1912419793" sldId="268"/>
            <ac:spMk id="3" creationId="{D499E9B6-7233-1B43-B1F8-FEF7D57396F3}"/>
          </ac:spMkLst>
        </pc:spChg>
      </pc:sldChg>
      <pc:sldChg chg="addSp delSp modSp add mod">
        <pc:chgData name="Duta, Sorin" userId="5099063a-e4ae-4850-b96c-d27561ed26f9" providerId="ADAL" clId="{F88DE94F-A5ED-45BA-A08B-8B76A2ABFEB4}" dt="2026-04-26T09:29:59.775" v="528" actId="1076"/>
        <pc:sldMkLst>
          <pc:docMk/>
          <pc:sldMk cId="68534202" sldId="269"/>
        </pc:sldMkLst>
        <pc:spChg chg="mod">
          <ac:chgData name="Duta, Sorin" userId="5099063a-e4ae-4850-b96c-d27561ed26f9" providerId="ADAL" clId="{F88DE94F-A5ED-45BA-A08B-8B76A2ABFEB4}" dt="2026-04-26T09:29:59.775" v="528" actId="1076"/>
          <ac:spMkLst>
            <pc:docMk/>
            <pc:sldMk cId="68534202" sldId="269"/>
            <ac:spMk id="2" creationId="{BAF565EB-52A0-F16B-97A3-AA5A3216732F}"/>
          </ac:spMkLst>
        </pc:spChg>
        <pc:spChg chg="del mod">
          <ac:chgData name="Duta, Sorin" userId="5099063a-e4ae-4850-b96c-d27561ed26f9" providerId="ADAL" clId="{F88DE94F-A5ED-45BA-A08B-8B76A2ABFEB4}" dt="2026-04-26T09:29:36.009" v="497" actId="478"/>
          <ac:spMkLst>
            <pc:docMk/>
            <pc:sldMk cId="68534202" sldId="269"/>
            <ac:spMk id="3" creationId="{2CA41D9D-0389-6BD9-8272-1CDC3DA699F4}"/>
          </ac:spMkLst>
        </pc:spChg>
        <pc:spChg chg="add del mod">
          <ac:chgData name="Duta, Sorin" userId="5099063a-e4ae-4850-b96c-d27561ed26f9" providerId="ADAL" clId="{F88DE94F-A5ED-45BA-A08B-8B76A2ABFEB4}" dt="2026-04-26T09:29:38.884" v="498" actId="478"/>
          <ac:spMkLst>
            <pc:docMk/>
            <pc:sldMk cId="68534202" sldId="269"/>
            <ac:spMk id="5" creationId="{99F72BB1-7066-B1E2-A6CE-E26829FC2232}"/>
          </ac:spMkLst>
        </pc:spChg>
      </pc:sldChg>
    </pc:docChg>
  </pc:docChgLst>
  <pc:docChgLst>
    <pc:chgData name="Duta, Sorin" userId="S::sorin.duta@student.utcb.ro::5099063a-e4ae-4850-b96c-d27561ed26f9" providerId="AD" clId="Web-{CB8DBA27-6EC8-ECF4-C0FF-81759D66E6C7}"/>
    <pc:docChg chg="mod addSld modSld addMainMaster delMainMaster">
      <pc:chgData name="Duta, Sorin" userId="S::sorin.duta@student.utcb.ro::5099063a-e4ae-4850-b96c-d27561ed26f9" providerId="AD" clId="Web-{CB8DBA27-6EC8-ECF4-C0FF-81759D66E6C7}" dt="2026-04-22T15:53:04.921" v="260"/>
      <pc:docMkLst>
        <pc:docMk/>
      </pc:docMkLst>
      <pc:sldChg chg="addSp modSp mod modClrScheme chgLayout">
        <pc:chgData name="Duta, Sorin" userId="S::sorin.duta@student.utcb.ro::5099063a-e4ae-4850-b96c-d27561ed26f9" providerId="AD" clId="Web-{CB8DBA27-6EC8-ECF4-C0FF-81759D66E6C7}" dt="2026-04-22T15:38:26.550" v="107" actId="1076"/>
        <pc:sldMkLst>
          <pc:docMk/>
          <pc:sldMk cId="109857222" sldId="256"/>
        </pc:sldMkLst>
        <pc:spChg chg="mod ord">
          <ac:chgData name="Duta, Sorin" userId="S::sorin.duta@student.utcb.ro::5099063a-e4ae-4850-b96c-d27561ed26f9" providerId="AD" clId="Web-{CB8DBA27-6EC8-ECF4-C0FF-81759D66E6C7}" dt="2026-04-22T15:37:36.451" v="93" actId="107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Duta, Sorin" userId="S::sorin.duta@student.utcb.ro::5099063a-e4ae-4850-b96c-d27561ed26f9" providerId="AD" clId="Web-{CB8DBA27-6EC8-ECF4-C0FF-81759D66E6C7}" dt="2026-04-22T15:38:19.768" v="105" actId="20577"/>
          <ac:spMkLst>
            <pc:docMk/>
            <pc:sldMk cId="109857222" sldId="256"/>
            <ac:spMk id="3" creationId="{00000000-0000-0000-0000-000000000000}"/>
          </ac:spMkLst>
        </pc:spChg>
        <pc:spChg chg="add mod ord">
          <ac:chgData name="Duta, Sorin" userId="S::sorin.duta@student.utcb.ro::5099063a-e4ae-4850-b96c-d27561ed26f9" providerId="AD" clId="Web-{CB8DBA27-6EC8-ECF4-C0FF-81759D66E6C7}" dt="2026-04-22T15:37:10.885" v="90"/>
          <ac:spMkLst>
            <pc:docMk/>
            <pc:sldMk cId="109857222" sldId="256"/>
            <ac:spMk id="4" creationId="{0D80B413-E0F2-9EFE-8E68-E539FD87465E}"/>
          </ac:spMkLst>
        </pc:spChg>
        <pc:spChg chg="add mod ord">
          <ac:chgData name="Duta, Sorin" userId="S::sorin.duta@student.utcb.ro::5099063a-e4ae-4850-b96c-d27561ed26f9" providerId="AD" clId="Web-{CB8DBA27-6EC8-ECF4-C0FF-81759D66E6C7}" dt="2026-04-22T15:38:26.550" v="107" actId="1076"/>
          <ac:spMkLst>
            <pc:docMk/>
            <pc:sldMk cId="109857222" sldId="256"/>
            <ac:spMk id="5" creationId="{0DA1FA3E-7E9B-AC43-7C5E-54E1617DCBFA}"/>
          </ac:spMkLst>
        </pc:spChg>
      </pc:sldChg>
      <pc:sldChg chg="modSp new">
        <pc:chgData name="Duta, Sorin" userId="S::sorin.duta@student.utcb.ro::5099063a-e4ae-4850-b96c-d27561ed26f9" providerId="AD" clId="Web-{CB8DBA27-6EC8-ECF4-C0FF-81759D66E6C7}" dt="2026-04-22T15:39:41.822" v="118" actId="1076"/>
        <pc:sldMkLst>
          <pc:docMk/>
          <pc:sldMk cId="2927514785" sldId="257"/>
        </pc:sldMkLst>
        <pc:spChg chg="mod">
          <ac:chgData name="Duta, Sorin" userId="S::sorin.duta@student.utcb.ro::5099063a-e4ae-4850-b96c-d27561ed26f9" providerId="AD" clId="Web-{CB8DBA27-6EC8-ECF4-C0FF-81759D66E6C7}" dt="2026-04-22T15:39:38.931" v="117" actId="1076"/>
          <ac:spMkLst>
            <pc:docMk/>
            <pc:sldMk cId="2927514785" sldId="257"/>
            <ac:spMk id="2" creationId="{8A2DF9AF-1C25-6140-B4AE-C38A1E3EDC80}"/>
          </ac:spMkLst>
        </pc:spChg>
        <pc:spChg chg="mod">
          <ac:chgData name="Duta, Sorin" userId="S::sorin.duta@student.utcb.ro::5099063a-e4ae-4850-b96c-d27561ed26f9" providerId="AD" clId="Web-{CB8DBA27-6EC8-ECF4-C0FF-81759D66E6C7}" dt="2026-04-22T15:39:41.822" v="118" actId="1076"/>
          <ac:spMkLst>
            <pc:docMk/>
            <pc:sldMk cId="2927514785" sldId="257"/>
            <ac:spMk id="3" creationId="{2CCB4840-4907-716E-D096-660890F73774}"/>
          </ac:spMkLst>
        </pc:spChg>
      </pc:sldChg>
      <pc:sldChg chg="modSp add replId">
        <pc:chgData name="Duta, Sorin" userId="S::sorin.duta@student.utcb.ro::5099063a-e4ae-4850-b96c-d27561ed26f9" providerId="AD" clId="Web-{CB8DBA27-6EC8-ECF4-C0FF-81759D66E6C7}" dt="2026-04-22T15:49:52.805" v="259" actId="1076"/>
        <pc:sldMkLst>
          <pc:docMk/>
          <pc:sldMk cId="3058933098" sldId="258"/>
        </pc:sldMkLst>
        <pc:spChg chg="mod">
          <ac:chgData name="Duta, Sorin" userId="S::sorin.duta@student.utcb.ro::5099063a-e4ae-4850-b96c-d27561ed26f9" providerId="AD" clId="Web-{CB8DBA27-6EC8-ECF4-C0FF-81759D66E6C7}" dt="2026-04-22T15:47:06.643" v="163" actId="20577"/>
          <ac:spMkLst>
            <pc:docMk/>
            <pc:sldMk cId="3058933098" sldId="258"/>
            <ac:spMk id="2" creationId="{CB5C487E-4CA2-6267-DAC0-026FF9758929}"/>
          </ac:spMkLst>
        </pc:spChg>
        <pc:spChg chg="mod">
          <ac:chgData name="Duta, Sorin" userId="S::sorin.duta@student.utcb.ro::5099063a-e4ae-4850-b96c-d27561ed26f9" providerId="AD" clId="Web-{CB8DBA27-6EC8-ECF4-C0FF-81759D66E6C7}" dt="2026-04-22T15:49:52.805" v="259" actId="1076"/>
          <ac:spMkLst>
            <pc:docMk/>
            <pc:sldMk cId="3058933098" sldId="258"/>
            <ac:spMk id="3" creationId="{EC00B1AB-4F8D-B910-9843-E4D89CD28F38}"/>
          </ac:spMkLst>
        </pc:spChg>
      </pc:sldChg>
      <pc:sldChg chg="add replId">
        <pc:chgData name="Duta, Sorin" userId="S::sorin.duta@student.utcb.ro::5099063a-e4ae-4850-b96c-d27561ed26f9" providerId="AD" clId="Web-{CB8DBA27-6EC8-ECF4-C0FF-81759D66E6C7}" dt="2026-04-22T15:53:04.921" v="260"/>
        <pc:sldMkLst>
          <pc:docMk/>
          <pc:sldMk cId="3976243038" sldId="259"/>
        </pc:sldMkLst>
      </pc:sldChg>
      <pc:sldMasterChg chg="add addSldLayout modSldLayout">
        <pc:chgData name="Duta, Sorin" userId="S::sorin.duta@student.utcb.ro::5099063a-e4ae-4850-b96c-d27561ed26f9" providerId="AD" clId="Web-{CB8DBA27-6EC8-ECF4-C0FF-81759D66E6C7}" dt="2026-04-22T15:37:05.728" v="88"/>
        <pc:sldMasterMkLst>
          <pc:docMk/>
          <pc:sldMasterMk cId="1914335421" sldId="2147483756"/>
        </pc:sldMasterMkLst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733789551" sldId="2147483757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46621548" sldId="2147483758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1200116800" sldId="2147483759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68410717" sldId="2147483760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4250978641" sldId="2147483761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1756728983" sldId="2147483762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1073507304" sldId="2147483763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3079673153" sldId="2147483764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3932754782" sldId="2147483765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180590901" sldId="2147483766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2742510104" sldId="2147483767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694566442" sldId="2147483768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1093204614" sldId="2147483769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1471365568" sldId="2147483770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3906394654" sldId="2147483771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215606584" sldId="2147483772"/>
          </pc:sldLayoutMkLst>
        </pc:sldLayoutChg>
        <pc:sldLayoutChg chg="add mod replId">
          <pc:chgData name="Duta, Sorin" userId="S::sorin.duta@student.utcb.ro::5099063a-e4ae-4850-b96c-d27561ed26f9" providerId="AD" clId="Web-{CB8DBA27-6EC8-ECF4-C0FF-81759D66E6C7}" dt="2026-04-22T15:37:05.728" v="88"/>
          <pc:sldLayoutMkLst>
            <pc:docMk/>
            <pc:sldMasterMk cId="1914335421" sldId="2147483756"/>
            <pc:sldLayoutMk cId="3302867407" sldId="2147483773"/>
          </pc:sldLayoutMkLst>
        </pc:sldLayoutChg>
      </pc:sldMasterChg>
    </pc:docChg>
  </pc:docChgLst>
  <pc:docChgLst>
    <pc:chgData name="Duta, Sorin" userId="S::sorin.duta@student.utcb.ro::5099063a-e4ae-4850-b96c-d27561ed26f9" providerId="AD" clId="Web-{F25C7715-7BD9-9B17-5424-BED1D65A8E67}"/>
    <pc:docChg chg="addSld modSld">
      <pc:chgData name="Duta, Sorin" userId="S::sorin.duta@student.utcb.ro::5099063a-e4ae-4850-b96c-d27561ed26f9" providerId="AD" clId="Web-{F25C7715-7BD9-9B17-5424-BED1D65A8E67}" dt="2026-04-22T16:00:10.311" v="77" actId="20577"/>
      <pc:docMkLst>
        <pc:docMk/>
      </pc:docMkLst>
      <pc:sldChg chg="modSp">
        <pc:chgData name="Duta, Sorin" userId="S::sorin.duta@student.utcb.ro::5099063a-e4ae-4850-b96c-d27561ed26f9" providerId="AD" clId="Web-{F25C7715-7BD9-9B17-5424-BED1D65A8E67}" dt="2026-04-22T15:59:55.825" v="73" actId="20577"/>
        <pc:sldMkLst>
          <pc:docMk/>
          <pc:sldMk cId="3976243038" sldId="259"/>
        </pc:sldMkLst>
        <pc:spChg chg="mod">
          <ac:chgData name="Duta, Sorin" userId="S::sorin.duta@student.utcb.ro::5099063a-e4ae-4850-b96c-d27561ed26f9" providerId="AD" clId="Web-{F25C7715-7BD9-9B17-5424-BED1D65A8E67}" dt="2026-04-22T15:59:55.825" v="73" actId="20577"/>
          <ac:spMkLst>
            <pc:docMk/>
            <pc:sldMk cId="3976243038" sldId="259"/>
            <ac:spMk id="2" creationId="{F37FB228-0865-36A4-CB11-AAF2A69B3364}"/>
          </ac:spMkLst>
        </pc:spChg>
        <pc:spChg chg="mod">
          <ac:chgData name="Duta, Sorin" userId="S::sorin.duta@student.utcb.ro::5099063a-e4ae-4850-b96c-d27561ed26f9" providerId="AD" clId="Web-{F25C7715-7BD9-9B17-5424-BED1D65A8E67}" dt="2026-04-22T15:59:49.638" v="68" actId="20577"/>
          <ac:spMkLst>
            <pc:docMk/>
            <pc:sldMk cId="3976243038" sldId="259"/>
            <ac:spMk id="3" creationId="{01BB539D-794E-E322-35AC-A098DCC37194}"/>
          </ac:spMkLst>
        </pc:spChg>
      </pc:sldChg>
      <pc:sldChg chg="modSp add replId">
        <pc:chgData name="Duta, Sorin" userId="S::sorin.duta@student.utcb.ro::5099063a-e4ae-4850-b96c-d27561ed26f9" providerId="AD" clId="Web-{F25C7715-7BD9-9B17-5424-BED1D65A8E67}" dt="2026-04-22T16:00:10.311" v="77" actId="20577"/>
        <pc:sldMkLst>
          <pc:docMk/>
          <pc:sldMk cId="2418163583" sldId="260"/>
        </pc:sldMkLst>
        <pc:spChg chg="mod">
          <ac:chgData name="Duta, Sorin" userId="S::sorin.duta@student.utcb.ro::5099063a-e4ae-4850-b96c-d27561ed26f9" providerId="AD" clId="Web-{F25C7715-7BD9-9B17-5424-BED1D65A8E67}" dt="2026-04-22T16:00:10.311" v="77" actId="20577"/>
          <ac:spMkLst>
            <pc:docMk/>
            <pc:sldMk cId="2418163583" sldId="260"/>
            <ac:spMk id="2" creationId="{9FA9A754-C9B2-BA59-9DEF-89292F441C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78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1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7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2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0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7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5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1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4566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04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1365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94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6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6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354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A1FA3E-7E9B-AC43-7C5E-54E1617DCBFA}"/>
              </a:ext>
            </a:extLst>
          </p:cNvPr>
          <p:cNvSpPr/>
          <p:nvPr/>
        </p:nvSpPr>
        <p:spPr>
          <a:xfrm>
            <a:off x="1742644" y="3991428"/>
            <a:ext cx="8689730" cy="11095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80B413-E0F2-9EFE-8E68-E539FD87465E}"/>
              </a:ext>
            </a:extLst>
          </p:cNvPr>
          <p:cNvSpPr/>
          <p:nvPr/>
        </p:nvSpPr>
        <p:spPr>
          <a:xfrm>
            <a:off x="790609" y="931799"/>
            <a:ext cx="10975730" cy="22420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117" y="1060751"/>
            <a:ext cx="11109475" cy="223399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Aptos Display"/>
                <a:cs typeface="Times New Roman"/>
              </a:rPr>
              <a:t>Dezvoltarea unui Sistem de Tăiere și Modelare Automată cu Comandă Numerică în Arduino</a:t>
            </a:r>
            <a:endParaRPr lang="en-US" sz="4800">
              <a:solidFill>
                <a:schemeClr val="bg1"/>
              </a:solidFill>
              <a:latin typeface="Aptos Display"/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0750" y="4146400"/>
            <a:ext cx="10461915" cy="1645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cap="all" err="1">
                <a:solidFill>
                  <a:schemeClr val="bg1"/>
                </a:solidFill>
                <a:latin typeface="Aptos Display"/>
                <a:cs typeface="Times New Roman"/>
              </a:rPr>
              <a:t>Coordonator</a:t>
            </a:r>
            <a:r>
              <a:rPr lang="en-US" sz="2000" cap="all">
                <a:solidFill>
                  <a:schemeClr val="bg1"/>
                </a:solidFill>
                <a:latin typeface="Aptos Display"/>
                <a:cs typeface="Times New Roman"/>
              </a:rPr>
              <a:t> </a:t>
            </a:r>
            <a:r>
              <a:rPr lang="en-US" sz="2000" cap="all" err="1">
                <a:solidFill>
                  <a:schemeClr val="bg1"/>
                </a:solidFill>
                <a:latin typeface="Aptos Display"/>
                <a:cs typeface="Times New Roman"/>
              </a:rPr>
              <a:t>ştiinţific</a:t>
            </a:r>
            <a:r>
              <a:rPr lang="en-US" sz="2000" cap="all">
                <a:solidFill>
                  <a:schemeClr val="bg1"/>
                </a:solidFill>
                <a:latin typeface="Aptos Display"/>
                <a:cs typeface="Times New Roman"/>
              </a:rPr>
              <a:t>: Asist. Univ. </a:t>
            </a:r>
            <a:r>
              <a:rPr lang="en-US" sz="2000" cap="all" err="1">
                <a:solidFill>
                  <a:schemeClr val="bg1"/>
                </a:solidFill>
                <a:latin typeface="Aptos Display"/>
                <a:cs typeface="Times New Roman"/>
              </a:rPr>
              <a:t>Drd</a:t>
            </a:r>
            <a:r>
              <a:rPr lang="en-US" sz="2000" cap="all">
                <a:solidFill>
                  <a:schemeClr val="bg1"/>
                </a:solidFill>
                <a:latin typeface="Aptos Display"/>
                <a:cs typeface="Times New Roman"/>
              </a:rPr>
              <a:t>. Ing. Silvian-Marian Petrică 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2000" cap="all">
                <a:solidFill>
                  <a:schemeClr val="bg1"/>
                </a:solidFill>
                <a:latin typeface="Aptos Display"/>
                <a:cs typeface="Times New Roman"/>
              </a:rPr>
              <a:t>ABSOLVENT: </a:t>
            </a:r>
            <a:r>
              <a:rPr lang="en-US" sz="2000" cap="all" err="1">
                <a:solidFill>
                  <a:schemeClr val="bg1"/>
                </a:solidFill>
                <a:latin typeface="Aptos Display"/>
                <a:cs typeface="Times New Roman"/>
              </a:rPr>
              <a:t>Duță</a:t>
            </a:r>
            <a:r>
              <a:rPr lang="en-US" sz="2000" cap="all">
                <a:solidFill>
                  <a:schemeClr val="bg1"/>
                </a:solidFill>
                <a:latin typeface="Aptos Display"/>
                <a:cs typeface="Times New Roman"/>
              </a:rPr>
              <a:t> Sorin</a:t>
            </a:r>
          </a:p>
          <a:p>
            <a:br>
              <a:rPr lang="en-US"/>
            </a:br>
            <a:endParaRPr lang="en-US">
              <a:solidFill>
                <a:schemeClr val="bg1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F9AF-1C25-6140-B4AE-C38A1E3ED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401" y="202879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Aptos Display"/>
              </a:rPr>
              <a:t>CUPRINS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B4840-4907-716E-D096-660890F73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6220" y="1532329"/>
            <a:ext cx="6279559" cy="44211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o-RO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Motivația Alegerii Temei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o-RO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Standardele Industriale Contemporane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o-RO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Tehnologii si Componente Folosite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o-RO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Funcționalitățile Sistemului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o-RO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Scenarii de Utilizare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o-RO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Concluzii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o-RO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Bibliografie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51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AD74F-5A9A-E885-29EA-E7677F08C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487E-4CA2-6267-DAC0-026FF9758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401" y="202879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4800" cap="none" dirty="0" err="1">
                <a:solidFill>
                  <a:schemeClr val="bg1"/>
                </a:solidFill>
                <a:latin typeface="Aptos Display"/>
              </a:rPr>
              <a:t>Motivatie</a:t>
            </a:r>
            <a:endParaRPr lang="en-US" sz="4400" cap="none" dirty="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0B1AB-4F8D-B910-9843-E4D89CD28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11" y="1893499"/>
            <a:ext cx="8419381" cy="3615267"/>
          </a:xfrm>
        </p:spPr>
        <p:txBody>
          <a:bodyPr/>
          <a:lstStyle/>
          <a:p>
            <a:pPr algn="just">
              <a:buFont typeface="Arial" panose="05040102010807070707" pitchFamily="18" charset="2"/>
              <a:buChar char="•"/>
            </a:pPr>
            <a:r>
              <a:rPr lang="en-US" sz="3200" err="1">
                <a:solidFill>
                  <a:schemeClr val="bg1"/>
                </a:solidFill>
                <a:latin typeface="Aptos Display"/>
              </a:rPr>
              <a:t>Sprijinirea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studentilor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si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antrepenorilor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 </a:t>
            </a:r>
          </a:p>
          <a:p>
            <a:pPr algn="just"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3200" err="1">
                <a:solidFill>
                  <a:schemeClr val="bg1"/>
                </a:solidFill>
                <a:latin typeface="Aptos Display"/>
              </a:rPr>
              <a:t>Sistemul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reprezinta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 o 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solutie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de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prototipare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rapida</a:t>
            </a:r>
            <a:endParaRPr lang="en-US" sz="3200">
              <a:solidFill>
                <a:schemeClr val="bg1"/>
              </a:solidFill>
              <a:latin typeface="Aptos Display"/>
            </a:endParaRPr>
          </a:p>
          <a:p>
            <a:pPr algn="just"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3200" err="1">
                <a:solidFill>
                  <a:schemeClr val="bg1"/>
                </a:solidFill>
                <a:latin typeface="Aptos Display"/>
              </a:rPr>
              <a:t>Accesibil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financiar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si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usor</a:t>
            </a:r>
            <a:r>
              <a:rPr lang="en-US" sz="3200">
                <a:solidFill>
                  <a:schemeClr val="bg1"/>
                </a:solidFill>
                <a:latin typeface="Aptos Display"/>
              </a:rPr>
              <a:t> de </a:t>
            </a:r>
            <a:r>
              <a:rPr lang="en-US" sz="3200" err="1">
                <a:solidFill>
                  <a:schemeClr val="bg1"/>
                </a:solidFill>
                <a:latin typeface="Aptos Display"/>
              </a:rPr>
              <a:t>folosit</a:t>
            </a:r>
            <a:endParaRPr lang="en-US" sz="3200">
              <a:solidFill>
                <a:schemeClr val="bg1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58933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344F-4D76-CBF3-28B6-A042CDFD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B228-0865-36A4-CB11-AAF2A69B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cap="none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Tehnologia CNC </a:t>
            </a:r>
            <a:r>
              <a:rPr lang="en-US" sz="4800" cap="none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Industrială</a:t>
            </a: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539D-794E-E322-35AC-A098DCC37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21" y="1864744"/>
            <a:ext cx="9828361" cy="3615267"/>
          </a:xfrm>
        </p:spPr>
        <p:txBody>
          <a:bodyPr/>
          <a:lstStyle/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Digitalizarea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accelerată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a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proceselor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industriale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endParaRPr lang="en-US" sz="3200" dirty="0">
              <a:solidFill>
                <a:schemeClr val="bg1"/>
              </a:solidFill>
              <a:latin typeface="Aptos Display"/>
            </a:endParaRPr>
          </a:p>
          <a:p>
            <a:pPr algn="just"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Asigurarea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unor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standarde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ridicate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de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precizie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și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repetabilitate</a:t>
            </a:r>
            <a:endParaRPr lang="en-US" sz="3200" dirty="0">
              <a:solidFill>
                <a:schemeClr val="bg1"/>
              </a:solidFill>
              <a:latin typeface="Aptos Display"/>
            </a:endParaRPr>
          </a:p>
          <a:p>
            <a:pPr algn="just"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Eliminarea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erorii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umane</a:t>
            </a:r>
            <a:endParaRPr lang="en-US" sz="3200" dirty="0">
              <a:solidFill>
                <a:schemeClr val="bg1"/>
              </a:solidFill>
              <a:latin typeface="Aptos Display"/>
            </a:endParaRPr>
          </a:p>
          <a:p>
            <a:pPr algn="just"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Generarea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automata a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codului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G 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prin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software CAD </a:t>
            </a:r>
          </a:p>
        </p:txBody>
      </p:sp>
    </p:spTree>
    <p:extLst>
      <p:ext uri="{BB962C8B-B14F-4D97-AF65-F5344CB8AC3E}">
        <p14:creationId xmlns:p14="http://schemas.microsoft.com/office/powerpoint/2010/main" val="397624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93967-6086-895D-31C3-10B96C4C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A754-C9B2-BA59-9DEF-89292F44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cap="none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Tăierea Termică Industrială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EE5A4-05F8-F697-9F0B-8887D55C1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21" y="1864744"/>
            <a:ext cx="9828361" cy="3615267"/>
          </a:xfrm>
        </p:spPr>
        <p:txBody>
          <a:bodyPr>
            <a:normAutofit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Vaporizare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termică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rapidă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pentru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contururi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precise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Fără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efort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mecanic</a:t>
            </a:r>
            <a:endParaRPr lang="en-US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Sisteme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de control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pentru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temperatura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firului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și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viteza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de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avans</a:t>
            </a:r>
            <a:endParaRPr lang="en-US" sz="3200" dirty="0">
              <a:solidFill>
                <a:schemeClr val="bg1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1816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77EB-091C-FB4D-F6B5-27DA5E82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572D-A6F8-6DFA-4AB6-F8084E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Placa Arduino Uno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2221-996B-E4E5-B021-74377943A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21" y="1864744"/>
            <a:ext cx="6752729" cy="3615267"/>
          </a:xfrm>
        </p:spPr>
        <p:txBody>
          <a:bodyPr>
            <a:normAutofit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Platformă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open-source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accesibilă</a:t>
            </a:r>
            <a:endParaRPr lang="en-US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Rol de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unitate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centrală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de control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Interpretează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Codul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G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Conectivitate și monitorizare prin USB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Cost redus si u</a:t>
            </a:r>
            <a:r>
              <a:rPr lang="ro-RO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șor</a:t>
            </a:r>
            <a:r>
              <a:rPr lang="ro-RO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de folosit</a:t>
            </a:r>
            <a:endParaRPr lang="en-US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6275A0-3046-68D1-A191-CE9697A40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150" y="1728258"/>
            <a:ext cx="3942117" cy="34014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0B6BF1-F8DB-C94C-F9BD-AB43A20C2594}"/>
              </a:ext>
            </a:extLst>
          </p:cNvPr>
          <p:cNvSpPr txBox="1"/>
          <p:nvPr/>
        </p:nvSpPr>
        <p:spPr>
          <a:xfrm>
            <a:off x="8975975" y="5172234"/>
            <a:ext cx="2440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chemeClr val="bg1"/>
                </a:solidFill>
                <a:latin typeface="Aptos Display" panose="020B0004020202020204" pitchFamily="34" charset="0"/>
              </a:rPr>
              <a:t>Fig. 1-Placa Arduino</a:t>
            </a:r>
            <a:endParaRPr lang="en-GB" sz="14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87391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8010-1497-8182-819B-3F942EF6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ADD8A-B2BC-05D1-8487-5C056987E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84" y="152948"/>
            <a:ext cx="10841232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GB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Placa CNC Shield v3 </a:t>
            </a:r>
            <a:r>
              <a:rPr lang="en-GB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și</a:t>
            </a:r>
            <a:r>
              <a:rPr lang="en-GB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</a:t>
            </a:r>
            <a:r>
              <a:rPr lang="en-GB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Driverul</a:t>
            </a:r>
            <a:r>
              <a:rPr lang="en-GB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A4988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19753-6170-126C-5DBC-465BC2554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21" y="1864744"/>
            <a:ext cx="6752729" cy="4213714"/>
          </a:xfrm>
        </p:spPr>
        <p:txBody>
          <a:bodyPr>
            <a:normAutofit lnSpcReduction="10000"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fr-FR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Modul</a:t>
            </a:r>
            <a:r>
              <a:rPr lang="fr-FR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de </a:t>
            </a:r>
            <a:r>
              <a:rPr lang="fr-FR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extensie</a:t>
            </a:r>
            <a:r>
              <a:rPr lang="fr-FR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fr-FR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montat</a:t>
            </a:r>
            <a:r>
              <a:rPr lang="fr-FR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direct peste Arduino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Controlează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până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la 4 axe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independente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Driverul convertește semnalele logice în impulsuri de mișcare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Funcție de microstepping pentru tăieturi fine și precise</a:t>
            </a:r>
            <a:endParaRPr lang="en-US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4BEEC-49A6-87F0-A5B8-E348EB72B0EB}"/>
              </a:ext>
            </a:extLst>
          </p:cNvPr>
          <p:cNvSpPr txBox="1"/>
          <p:nvPr/>
        </p:nvSpPr>
        <p:spPr>
          <a:xfrm>
            <a:off x="8877299" y="3922335"/>
            <a:ext cx="2440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chemeClr val="bg1"/>
                </a:solidFill>
                <a:latin typeface="Aptos Display" panose="020B0004020202020204" pitchFamily="34" charset="0"/>
              </a:rPr>
              <a:t>Fig. 2-Placa CNC Shield</a:t>
            </a:r>
            <a:endParaRPr lang="en-GB" sz="14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83FEC-6BC4-3D13-0C38-CA24C1EF0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892" y="1681394"/>
            <a:ext cx="3541395" cy="2101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113985-3D0F-AF0C-49FC-5C9F54A19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778291" y="4291720"/>
            <a:ext cx="1990090" cy="1646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8D700C-F6E8-E8A4-B52F-73D5220E084E}"/>
              </a:ext>
            </a:extLst>
          </p:cNvPr>
          <p:cNvSpPr txBox="1"/>
          <p:nvPr/>
        </p:nvSpPr>
        <p:spPr>
          <a:xfrm>
            <a:off x="8929594" y="5999884"/>
            <a:ext cx="2440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chemeClr val="bg1"/>
                </a:solidFill>
                <a:latin typeface="Aptos Display" panose="020B0004020202020204" pitchFamily="34" charset="0"/>
              </a:rPr>
              <a:t>Fig. 3-Driver A4988</a:t>
            </a:r>
            <a:endParaRPr lang="en-GB" sz="14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384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BFF9C-D12E-EBAE-D399-40BB7A0E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3505-1293-55CF-0D6E-F739C70B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Motoarele</a:t>
            </a:r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Pas cu Pas NEMA 17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1BE49-6D26-EA3C-B5A4-C2FEBE85D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21" y="1864744"/>
            <a:ext cx="6752729" cy="3615267"/>
          </a:xfrm>
        </p:spPr>
        <p:txBody>
          <a:bodyPr>
            <a:normAutofit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Motoare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bipolare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fără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perii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Asigură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o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poziționare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precisă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și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repetabilă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Uzură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mecanică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minima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Oferă un echilibru optim între dimensiuni, cuplu</a:t>
            </a:r>
            <a:r>
              <a:rPr lang="ro-RO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, precizie si cost</a:t>
            </a:r>
            <a:endParaRPr lang="en-US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8D42A-351D-F097-4509-735062C54ACD}"/>
              </a:ext>
            </a:extLst>
          </p:cNvPr>
          <p:cNvSpPr txBox="1"/>
          <p:nvPr/>
        </p:nvSpPr>
        <p:spPr>
          <a:xfrm>
            <a:off x="8975975" y="5172234"/>
            <a:ext cx="2440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chemeClr val="bg1"/>
                </a:solidFill>
                <a:latin typeface="Aptos Display" panose="020B0004020202020204" pitchFamily="34" charset="0"/>
              </a:rPr>
              <a:t>Fig. 4-Motor Nema 17</a:t>
            </a:r>
            <a:endParaRPr lang="en-GB" sz="14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EC85C-DAAB-9276-B823-2EDCD0DD9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477" y="2278852"/>
            <a:ext cx="2572271" cy="27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8273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06E-FB54-7005-8550-A865936A5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3448-ADAA-FB6F-BF94-0E5E2124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Capabilități</a:t>
            </a:r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de </a:t>
            </a:r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Modelare</a:t>
            </a:r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</a:t>
            </a:r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și</a:t>
            </a:r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</a:t>
            </a:r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Prelucrare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C1131-C04B-B3A1-6B40-EB1FB2904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21" y="1864744"/>
            <a:ext cx="9828361" cy="3615267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Sincronizarea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mișcării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liniare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cu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cea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de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rotație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pentru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modelare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volumetrică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3D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Tăiere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termică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cu fir de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nicrom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pentru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prelucrarea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curată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a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materialelor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expandate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ro-RO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Operare pe trei axe de mișcare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Executarea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automată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a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traiectoriilor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complexe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definite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prin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</a:rPr>
              <a:t>limbajul</a:t>
            </a:r>
            <a:r>
              <a:rPr lang="en-US" sz="3200" dirty="0">
                <a:solidFill>
                  <a:schemeClr val="bg1"/>
                </a:solidFill>
                <a:latin typeface="Aptos Display"/>
              </a:rPr>
              <a:t> Cod G</a:t>
            </a:r>
          </a:p>
        </p:txBody>
      </p:sp>
    </p:spTree>
    <p:extLst>
      <p:ext uri="{BB962C8B-B14F-4D97-AF65-F5344CB8AC3E}">
        <p14:creationId xmlns:p14="http://schemas.microsoft.com/office/powerpoint/2010/main" val="3235591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F6AB2-768A-52C1-A8A4-71920108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ED53-9B52-142A-8EE1-0489A034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Control, </a:t>
            </a:r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Siguranță</a:t>
            </a:r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</a:t>
            </a:r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și</a:t>
            </a:r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</a:t>
            </a:r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Optimizare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1EF24-4FC3-DCA1-57AA-E66D154BF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21" y="1864744"/>
            <a:ext cx="9828361" cy="3615267"/>
          </a:xfrm>
        </p:spPr>
        <p:txBody>
          <a:bodyPr>
            <a:normAutofit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Poziționare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precisă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și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repetabilă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prin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controlul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digital al </a:t>
            </a:r>
            <a:r>
              <a:rPr lang="en-US" sz="32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motoarelor</a:t>
            </a:r>
            <a:r>
              <a:rPr lang="en-US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pas cu pas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Protecția sistemului și prevenirea coliziunilor prin senzori de capăt de cursă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ro-RO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Calibrarea software a axelor pentru asigurarea conformității prototipurilor</a:t>
            </a:r>
          </a:p>
        </p:txBody>
      </p:sp>
    </p:spTree>
    <p:extLst>
      <p:ext uri="{BB962C8B-B14F-4D97-AF65-F5344CB8AC3E}">
        <p14:creationId xmlns:p14="http://schemas.microsoft.com/office/powerpoint/2010/main" val="352280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9E191-7E91-50C1-CD46-495E250F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B869-0FF7-6251-5B6B-AE995E5D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Scenarii</a:t>
            </a:r>
            <a:r>
              <a:rPr lang="en-US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 de </a:t>
            </a:r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utilizare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F5DC2-8ACB-72B7-EED7-BB2C6CAB9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21" y="1864744"/>
            <a:ext cx="9828361" cy="4318968"/>
          </a:xfrm>
        </p:spPr>
        <p:txBody>
          <a:bodyPr>
            <a:normAutofit lnSpcReduction="10000"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Prototipare rapidă pentru design de produs și teste aerodinamice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Producția de logo-uri publicitare, litere volumetrice și decoruri scenografice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ro-RO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Suport educațional pentru studiul automatizărilor și al programării CNC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ro-RO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Dezvoltarea de machete funcționale în proiecte de cercetare și hobby</a:t>
            </a:r>
          </a:p>
        </p:txBody>
      </p:sp>
    </p:spTree>
    <p:extLst>
      <p:ext uri="{BB962C8B-B14F-4D97-AF65-F5344CB8AC3E}">
        <p14:creationId xmlns:p14="http://schemas.microsoft.com/office/powerpoint/2010/main" val="98009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5B33-4A49-F267-9F0C-E6A41F76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498E-030E-39A7-D238-2CA7B624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cap="none" dirty="0" err="1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E9B6-7233-1B43-B1F8-FEF7D573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819" y="1798959"/>
            <a:ext cx="9828361" cy="4318968"/>
          </a:xfrm>
        </p:spPr>
        <p:txBody>
          <a:bodyPr>
            <a:normAutofit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it-IT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Implementarea unui sistem CNC automat, accesibil și versatil</a:t>
            </a:r>
            <a:endParaRPr lang="ro-RO" sz="32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ro-RO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Reducerea semnificativă a costurilor și a timpului necesar prototipării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ro-RO" sz="32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Platformă practică și eficientă pentru mediul educațional și micii antreprenori</a:t>
            </a:r>
          </a:p>
        </p:txBody>
      </p:sp>
    </p:spTree>
    <p:extLst>
      <p:ext uri="{BB962C8B-B14F-4D97-AF65-F5344CB8AC3E}">
        <p14:creationId xmlns:p14="http://schemas.microsoft.com/office/powerpoint/2010/main" val="1912419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D841F-668A-3AA7-BC08-0434B3C5A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F02E-C044-A0E2-5250-11661F23D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28" y="202879"/>
            <a:ext cx="818934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o-RO" sz="48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Bibliografie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5189C-F34D-A812-0069-CD4622703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989" y="1864744"/>
            <a:ext cx="10841232" cy="4509742"/>
          </a:xfrm>
        </p:spPr>
        <p:txBody>
          <a:bodyPr>
            <a:normAutofit/>
          </a:bodyPr>
          <a:lstStyle/>
          <a:p>
            <a:pPr algn="just">
              <a:buFont typeface="Arial" panose="05040102010807070707" pitchFamily="18" charset="2"/>
              <a:buChar char="•"/>
            </a:pPr>
            <a:r>
              <a:rPr lang="en-US" sz="24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https://components101.com/microcontrollers/arduino-uno </a:t>
            </a:r>
            <a:r>
              <a:rPr lang="ro-RO" sz="24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accesat la 26.04.2026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en-GB" sz="24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Serope Kalpakjian, Steven Schmid, Manufacturing Processes for Engineering Materials, 6th edition</a:t>
            </a:r>
            <a:endParaRPr lang="ro-RO" sz="24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en-GB" sz="24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Namrata Karmakar, Sathyan Subbiah, Investigating Bowing of Hot Wire during cutting of EPS, Department of Mechanical Engineering, Indian Institute of Technology Madras, 2018</a:t>
            </a:r>
            <a:endParaRPr lang="ro-RO" sz="24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just">
              <a:buFont typeface="Arial" panose="05040102010807070707" pitchFamily="18" charset="2"/>
              <a:buChar char="•"/>
            </a:pPr>
            <a:r>
              <a:rPr lang="ro-RO" sz="24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CNC Shield </a:t>
            </a:r>
            <a:r>
              <a:rPr lang="ro-RO" sz="24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Guide</a:t>
            </a:r>
            <a:r>
              <a:rPr lang="ro-RO" sz="24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, https://www.makerstore.com.au/wp-content/uploads/filebase/ </a:t>
            </a:r>
            <a:r>
              <a:rPr lang="ro-RO" sz="2400" dirty="0" err="1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publications</a:t>
            </a:r>
            <a:r>
              <a:rPr lang="ro-RO" sz="24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/CNC-Shield-Guide-v1.0.pdf, accesat la 27.04.2026</a:t>
            </a:r>
          </a:p>
          <a:p>
            <a:pPr algn="just">
              <a:buFont typeface="Arial" panose="05040102010807070707" pitchFamily="18" charset="2"/>
              <a:buChar char="•"/>
            </a:pPr>
            <a:r>
              <a:rPr lang="en-GB" sz="24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Aleksander Hejna, Structure, Properties and Applications of Polymeric Foams, 2022</a:t>
            </a:r>
            <a:endParaRPr lang="ro-RO" sz="24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marL="0" indent="0" algn="just">
              <a:buNone/>
            </a:pPr>
            <a:endParaRPr lang="ro-RO" sz="24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9535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4A025-7B45-8039-8371-06375FE5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65EB-52A0-F16B-97A3-AA5A3216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995" y="762044"/>
            <a:ext cx="8874010" cy="45204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o-RO" sz="7200" cap="none" dirty="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Vă Mulțumesc!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853420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478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 Display</vt:lpstr>
      <vt:lpstr>Arial</vt:lpstr>
      <vt:lpstr>Century Gothic</vt:lpstr>
      <vt:lpstr>Wingdings 3</vt:lpstr>
      <vt:lpstr>Slice</vt:lpstr>
      <vt:lpstr>Dezvoltarea unui Sistem de Tăiere și Modelare Automată cu Comandă Numerică în Arduino</vt:lpstr>
      <vt:lpstr>CUPRINS</vt:lpstr>
      <vt:lpstr>Motivatie</vt:lpstr>
      <vt:lpstr>Tehnologia CNC Industrială</vt:lpstr>
      <vt:lpstr>Tăierea Termică Industrială</vt:lpstr>
      <vt:lpstr>Placa Arduino Uno</vt:lpstr>
      <vt:lpstr>Placa CNC Shield v3 și Driverul A4988</vt:lpstr>
      <vt:lpstr>Motoarele Pas cu Pas NEMA 17</vt:lpstr>
      <vt:lpstr>Capabilități de Modelare și Prelucrare</vt:lpstr>
      <vt:lpstr>Control, Siguranță și Optimizare</vt:lpstr>
      <vt:lpstr>Scenarii de utilizare</vt:lpstr>
      <vt:lpstr>Concluzii</vt:lpstr>
      <vt:lpstr>Bibliografie</vt:lpstr>
      <vt:lpstr>Vă Mulțumesc!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Duta, Sorin</cp:lastModifiedBy>
  <cp:revision>2</cp:revision>
  <dcterms:created xsi:type="dcterms:W3CDTF">2026-04-22T15:20:39Z</dcterms:created>
  <dcterms:modified xsi:type="dcterms:W3CDTF">2026-04-29T10:17:50Z</dcterms:modified>
</cp:coreProperties>
</file>